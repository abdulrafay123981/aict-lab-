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7" d="100"/>
          <a:sy n="107" d="100"/>
        </p:scale>
        <p:origin x="13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4EF4-7BC0-403E-B4AD-0DE54826178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4FF8-25A3-41D6-8137-3D47BF125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60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4EF4-7BC0-403E-B4AD-0DE54826178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4FF8-25A3-41D6-8137-3D47BF125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4EF4-7BC0-403E-B4AD-0DE54826178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4FF8-25A3-41D6-8137-3D47BF125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1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4EF4-7BC0-403E-B4AD-0DE54826178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4FF8-25A3-41D6-8137-3D47BF125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8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4EF4-7BC0-403E-B4AD-0DE54826178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4FF8-25A3-41D6-8137-3D47BF125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09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4EF4-7BC0-403E-B4AD-0DE54826178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4FF8-25A3-41D6-8137-3D47BF125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1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4EF4-7BC0-403E-B4AD-0DE54826178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4FF8-25A3-41D6-8137-3D47BF125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68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4EF4-7BC0-403E-B4AD-0DE54826178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4FF8-25A3-41D6-8137-3D47BF125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9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4EF4-7BC0-403E-B4AD-0DE54826178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4FF8-25A3-41D6-8137-3D47BF125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0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4EF4-7BC0-403E-B4AD-0DE54826178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4FF8-25A3-41D6-8137-3D47BF125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07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4EF4-7BC0-403E-B4AD-0DE54826178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14FF8-25A3-41D6-8137-3D47BF125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3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C4EF4-7BC0-403E-B4AD-0DE54826178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14FF8-25A3-41D6-8137-3D47BF125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8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83" y="-32669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616" y="2675008"/>
            <a:ext cx="1442646" cy="144264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610914" y="2280213"/>
            <a:ext cx="2368620" cy="229757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271058" y="1847954"/>
            <a:ext cx="3154101" cy="316209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970116" y="1543363"/>
            <a:ext cx="3819646" cy="378147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522890" y="1090096"/>
            <a:ext cx="4822455" cy="46778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3089806" y="694482"/>
            <a:ext cx="5672230" cy="54036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2769090" y="413809"/>
            <a:ext cx="6330057" cy="60303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2475621" y="134235"/>
            <a:ext cx="6916991" cy="658953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354" y="2982321"/>
            <a:ext cx="392483" cy="38142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813" y="1965418"/>
            <a:ext cx="500502" cy="54942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534" y="4534173"/>
            <a:ext cx="518781" cy="53917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478" y="3089243"/>
            <a:ext cx="549009" cy="54900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140" y="2414793"/>
            <a:ext cx="569670" cy="58576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707" y="-245675"/>
            <a:ext cx="942709" cy="75982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531" y="5149521"/>
            <a:ext cx="575796" cy="575796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2053673" y="0"/>
            <a:ext cx="8065688" cy="68761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03303" y="3091226"/>
            <a:ext cx="700740" cy="75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8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accel="7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07407E-6 C 0.0099 0.09282 -0.0224 0.18171 -0.07422 0.20069 C -0.12474 0.21828 -0.17422 0.15625 -0.1849 0.06388 C -0.19544 -0.0294 -0.16107 -0.11852 -0.11068 -0.13612 C -0.05964 -0.15394 -0.0099 -0.09329 8.33333E-7 4.07407E-6 Z " pathEditMode="relative" rAng="4740000" ptsTypes="AAA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32" y="321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repeatCount="indefinite" accel="1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7 0.00255 C 0.05495 0.08032 0.06576 0.22407 0.02188 0.32407 C -0.02187 0.42384 -0.10351 0.44097 -0.15963 0.36319 C -0.21588 0.28495 -0.22565 0.14051 -0.1819 0.04097 C -0.13802 -0.05903 -0.05742 -0.07569 -0.00117 0.00255 Z " pathEditMode="relative" rAng="2280000" ptsTypes="AAAAA">
                                      <p:cBhvr>
                                        <p:cTn id="8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04" y="1803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4.07407E-6 C 0.06263 -0.1074 0.06523 -0.28426 0.00585 -0.39351 C -0.05378 -0.50324 -0.15287 -0.50416 -0.2155 -0.39652 C -0.27813 -0.28888 -0.28086 -0.11342 -0.22136 -0.0037 C -0.16198 0.10556 -0.06276 0.10764 4.58333E-6 -4.07407E-6 Z " pathEditMode="relative" rAng="18960000" ptsTypes="AAAAA">
                                      <p:cBhvr>
                                        <p:cTn id="10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68" y="-1983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926 C 0.00013 0.19745 -0.08815 0.35069 -0.197 0.35069 C -0.30573 0.35069 -0.39453 0.19745 -0.39453 0.00926 C -0.39453 -0.1794 -0.30573 -0.33171 -0.197 -0.33171 C -0.08815 -0.33171 0.00013 -0.1794 0.00013 0.00926 Z " pathEditMode="relative" rAng="5400000" ptsTypes="AAAAA">
                                      <p:cBhvr>
                                        <p:cTn id="12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27" y="2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85185E-6 C 0.03216 -0.2125 0.15846 -0.33704 0.28177 -0.27847 C 0.40508 -0.21991 0.47956 0.00069 0.44753 0.21296 C 0.4155 0.42569 0.28906 0.5493 0.16589 0.49074 C 0.04206 0.43194 -0.03151 0.21273 -8.33333E-7 1.85185E-6 Z " pathEditMode="relative" rAng="17100000" ptsTypes="AAAAA">
                                      <p:cBhvr>
                                        <p:cTn id="14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83" y="1062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6 C 0.08476 -0.20834 0.05507 -0.50486 -0.06576 -0.66158 C -0.1875 -0.81829 -0.35508 -0.77639 -0.43998 -0.56875 C -0.525 -0.36065 -0.49571 -0.06459 -0.37396 0.09259 C -0.25287 0.24884 -0.08529 0.20787 3.33333E-6 3.7037E-6 Z " pathEditMode="relative" rAng="18360000" ptsTypes="AAAAA">
                                      <p:cBhvr>
                                        <p:cTn id="16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992" y="-2844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0.00024 C 0.17305 0.00024 0.3138 0.21852 0.3138 0.48774 C 0.3138 0.75672 0.17305 0.9757 5.55112E-17 0.9757 C -0.17305 0.9757 -0.31315 0.75672 -0.31315 0.48774 C -0.31315 0.21852 -0.17305 0.00024 5.55112E-17 0.00024 Z " pathEditMode="relative" rAng="0" ptsTypes="AAAAA">
                                      <p:cBhvr>
                                        <p:cTn id="18" dur="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4877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44 C 0.01615 -0.32037 0.17825 -0.55394 0.36315 -0.52523 C 0.54779 -0.49653 0.68607 -0.21597 0.67057 0.10023 C 0.65443 0.4169 0.49167 0.64954 0.30664 0.62083 C 0.122 0.59259 -0.0155 0.31273 0.00013 -0.0044 Z " pathEditMode="relative" rAng="16500000" ptsTypes="AAAAA">
                                      <p:cBhvr>
                                        <p:cTn id="20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16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</dc:creator>
  <cp:lastModifiedBy>Zahid</cp:lastModifiedBy>
  <cp:revision>6</cp:revision>
  <dcterms:created xsi:type="dcterms:W3CDTF">2025-11-18T05:27:40Z</dcterms:created>
  <dcterms:modified xsi:type="dcterms:W3CDTF">2025-11-18T06:15:49Z</dcterms:modified>
</cp:coreProperties>
</file>